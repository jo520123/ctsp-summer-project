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058400" cy="15544800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72" autoAdjust="0"/>
    <p:restoredTop sz="94660"/>
  </p:normalViewPr>
  <p:slideViewPr>
    <p:cSldViewPr snapToGrid="0">
      <p:cViewPr varScale="1">
        <p:scale>
          <a:sx n="49" d="100"/>
          <a:sy n="49" d="100"/>
        </p:scale>
        <p:origin x="21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544025"/>
            <a:ext cx="8549640" cy="5411893"/>
          </a:xfrm>
        </p:spPr>
        <p:txBody>
          <a:bodyPr anchor="b"/>
          <a:lstStyle>
            <a:lvl1pPr algn="ctr">
              <a:defRPr sz="66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8164621"/>
            <a:ext cx="7543800" cy="3753061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65" indent="0" algn="ctr">
              <a:buNone/>
              <a:defRPr sz="2200"/>
            </a:lvl2pPr>
            <a:lvl3pPr marL="1005930" indent="0" algn="ctr">
              <a:buNone/>
              <a:defRPr sz="1980"/>
            </a:lvl3pPr>
            <a:lvl4pPr marL="1508896" indent="0" algn="ctr">
              <a:buNone/>
              <a:defRPr sz="1760"/>
            </a:lvl4pPr>
            <a:lvl5pPr marL="2011861" indent="0" algn="ctr">
              <a:buNone/>
              <a:defRPr sz="1760"/>
            </a:lvl5pPr>
            <a:lvl6pPr marL="2514826" indent="0" algn="ctr">
              <a:buNone/>
              <a:defRPr sz="1760"/>
            </a:lvl6pPr>
            <a:lvl7pPr marL="3017792" indent="0" algn="ctr">
              <a:buNone/>
              <a:defRPr sz="1760"/>
            </a:lvl7pPr>
            <a:lvl8pPr marL="3520757" indent="0" algn="ctr">
              <a:buNone/>
              <a:defRPr sz="1760"/>
            </a:lvl8pPr>
            <a:lvl9pPr marL="4023722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6E24-D75F-400B-B512-5A5D8B613572}" type="datetimeFigureOut">
              <a:rPr lang="en-US" smtClean="0"/>
              <a:t>8/9/2019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83282-9EAA-42AA-AE97-9BE4780E9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60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6E24-D75F-400B-B512-5A5D8B613572}" type="datetimeFigureOut">
              <a:rPr lang="en-US" smtClean="0"/>
              <a:t>8/9/2019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83282-9EAA-42AA-AE97-9BE4780E9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44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3875409"/>
            <a:ext cx="8675370" cy="6466204"/>
          </a:xfrm>
        </p:spPr>
        <p:txBody>
          <a:bodyPr anchor="b"/>
          <a:lstStyle>
            <a:lvl1pPr>
              <a:defRPr sz="66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10402786"/>
            <a:ext cx="8675370" cy="3400424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65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93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896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861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826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79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75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72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6E24-D75F-400B-B512-5A5D8B613572}" type="datetimeFigureOut">
              <a:rPr lang="en-US" smtClean="0"/>
              <a:t>8/9/2019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83282-9EAA-42AA-AE97-9BE4780E9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91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4138085"/>
            <a:ext cx="4274820" cy="98630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4138085"/>
            <a:ext cx="4274820" cy="98630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6E24-D75F-400B-B512-5A5D8B613572}" type="datetimeFigureOut">
              <a:rPr lang="en-US" smtClean="0"/>
              <a:t>8/9/2019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83282-9EAA-42AA-AE97-9BE4780E9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094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827622"/>
            <a:ext cx="8675370" cy="30046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3810636"/>
            <a:ext cx="4255174" cy="186753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65" indent="0">
              <a:buNone/>
              <a:defRPr sz="2200" b="1"/>
            </a:lvl2pPr>
            <a:lvl3pPr marL="1005930" indent="0">
              <a:buNone/>
              <a:defRPr sz="1980" b="1"/>
            </a:lvl3pPr>
            <a:lvl4pPr marL="1508896" indent="0">
              <a:buNone/>
              <a:defRPr sz="1760" b="1"/>
            </a:lvl4pPr>
            <a:lvl5pPr marL="2011861" indent="0">
              <a:buNone/>
              <a:defRPr sz="1760" b="1"/>
            </a:lvl5pPr>
            <a:lvl6pPr marL="2514826" indent="0">
              <a:buNone/>
              <a:defRPr sz="1760" b="1"/>
            </a:lvl6pPr>
            <a:lvl7pPr marL="3017792" indent="0">
              <a:buNone/>
              <a:defRPr sz="1760" b="1"/>
            </a:lvl7pPr>
            <a:lvl8pPr marL="3520757" indent="0">
              <a:buNone/>
              <a:defRPr sz="1760" b="1"/>
            </a:lvl8pPr>
            <a:lvl9pPr marL="4023722" indent="0">
              <a:buNone/>
              <a:defRPr sz="17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5678172"/>
            <a:ext cx="4255174" cy="8351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3810636"/>
            <a:ext cx="4276130" cy="186753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65" indent="0">
              <a:buNone/>
              <a:defRPr sz="2200" b="1"/>
            </a:lvl2pPr>
            <a:lvl3pPr marL="1005930" indent="0">
              <a:buNone/>
              <a:defRPr sz="1980" b="1"/>
            </a:lvl3pPr>
            <a:lvl4pPr marL="1508896" indent="0">
              <a:buNone/>
              <a:defRPr sz="1760" b="1"/>
            </a:lvl4pPr>
            <a:lvl5pPr marL="2011861" indent="0">
              <a:buNone/>
              <a:defRPr sz="1760" b="1"/>
            </a:lvl5pPr>
            <a:lvl6pPr marL="2514826" indent="0">
              <a:buNone/>
              <a:defRPr sz="1760" b="1"/>
            </a:lvl6pPr>
            <a:lvl7pPr marL="3017792" indent="0">
              <a:buNone/>
              <a:defRPr sz="1760" b="1"/>
            </a:lvl7pPr>
            <a:lvl8pPr marL="3520757" indent="0">
              <a:buNone/>
              <a:defRPr sz="1760" b="1"/>
            </a:lvl8pPr>
            <a:lvl9pPr marL="4023722" indent="0">
              <a:buNone/>
              <a:defRPr sz="17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5678172"/>
            <a:ext cx="4276130" cy="8351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6E24-D75F-400B-B512-5A5D8B613572}" type="datetimeFigureOut">
              <a:rPr lang="en-US" smtClean="0"/>
              <a:t>8/9/2019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83282-9EAA-42AA-AE97-9BE4780E9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130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6E24-D75F-400B-B512-5A5D8B613572}" type="datetimeFigureOut">
              <a:rPr lang="en-US" smtClean="0"/>
              <a:t>8/9/2019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83282-9EAA-42AA-AE97-9BE4780E9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61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6E24-D75F-400B-B512-5A5D8B613572}" type="datetimeFigureOut">
              <a:rPr lang="en-US" smtClean="0"/>
              <a:t>8/9/2019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83282-9EAA-42AA-AE97-9BE4780E9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44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036320"/>
            <a:ext cx="3244096" cy="362712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1" y="2238169"/>
            <a:ext cx="5092065" cy="11046883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4663442"/>
            <a:ext cx="3244096" cy="8639599"/>
          </a:xfrm>
        </p:spPr>
        <p:txBody>
          <a:bodyPr/>
          <a:lstStyle>
            <a:lvl1pPr marL="0" indent="0">
              <a:buNone/>
              <a:defRPr sz="1760"/>
            </a:lvl1pPr>
            <a:lvl2pPr marL="502965" indent="0">
              <a:buNone/>
              <a:defRPr sz="1540"/>
            </a:lvl2pPr>
            <a:lvl3pPr marL="1005930" indent="0">
              <a:buNone/>
              <a:defRPr sz="1320"/>
            </a:lvl3pPr>
            <a:lvl4pPr marL="1508896" indent="0">
              <a:buNone/>
              <a:defRPr sz="1100"/>
            </a:lvl4pPr>
            <a:lvl5pPr marL="2011861" indent="0">
              <a:buNone/>
              <a:defRPr sz="1100"/>
            </a:lvl5pPr>
            <a:lvl6pPr marL="2514826" indent="0">
              <a:buNone/>
              <a:defRPr sz="1100"/>
            </a:lvl6pPr>
            <a:lvl7pPr marL="3017792" indent="0">
              <a:buNone/>
              <a:defRPr sz="1100"/>
            </a:lvl7pPr>
            <a:lvl8pPr marL="3520757" indent="0">
              <a:buNone/>
              <a:defRPr sz="1100"/>
            </a:lvl8pPr>
            <a:lvl9pPr marL="4023722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6E24-D75F-400B-B512-5A5D8B613572}" type="datetimeFigureOut">
              <a:rPr lang="en-US" smtClean="0"/>
              <a:t>8/9/2019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83282-9EAA-42AA-AE97-9BE4780E9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48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036320"/>
            <a:ext cx="3244096" cy="362712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1" y="2238169"/>
            <a:ext cx="5092065" cy="11046883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65" indent="0">
              <a:buNone/>
              <a:defRPr sz="3080"/>
            </a:lvl2pPr>
            <a:lvl3pPr marL="1005930" indent="0">
              <a:buNone/>
              <a:defRPr sz="2640"/>
            </a:lvl3pPr>
            <a:lvl4pPr marL="1508896" indent="0">
              <a:buNone/>
              <a:defRPr sz="2200"/>
            </a:lvl4pPr>
            <a:lvl5pPr marL="2011861" indent="0">
              <a:buNone/>
              <a:defRPr sz="2200"/>
            </a:lvl5pPr>
            <a:lvl6pPr marL="2514826" indent="0">
              <a:buNone/>
              <a:defRPr sz="2200"/>
            </a:lvl6pPr>
            <a:lvl7pPr marL="3017792" indent="0">
              <a:buNone/>
              <a:defRPr sz="2200"/>
            </a:lvl7pPr>
            <a:lvl8pPr marL="3520757" indent="0">
              <a:buNone/>
              <a:defRPr sz="2200"/>
            </a:lvl8pPr>
            <a:lvl9pPr marL="4023722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4663442"/>
            <a:ext cx="3244096" cy="8639599"/>
          </a:xfrm>
        </p:spPr>
        <p:txBody>
          <a:bodyPr/>
          <a:lstStyle>
            <a:lvl1pPr marL="0" indent="0">
              <a:buNone/>
              <a:defRPr sz="1760"/>
            </a:lvl1pPr>
            <a:lvl2pPr marL="502965" indent="0">
              <a:buNone/>
              <a:defRPr sz="1540"/>
            </a:lvl2pPr>
            <a:lvl3pPr marL="1005930" indent="0">
              <a:buNone/>
              <a:defRPr sz="1320"/>
            </a:lvl3pPr>
            <a:lvl4pPr marL="1508896" indent="0">
              <a:buNone/>
              <a:defRPr sz="1100"/>
            </a:lvl4pPr>
            <a:lvl5pPr marL="2011861" indent="0">
              <a:buNone/>
              <a:defRPr sz="1100"/>
            </a:lvl5pPr>
            <a:lvl6pPr marL="2514826" indent="0">
              <a:buNone/>
              <a:defRPr sz="1100"/>
            </a:lvl6pPr>
            <a:lvl7pPr marL="3017792" indent="0">
              <a:buNone/>
              <a:defRPr sz="1100"/>
            </a:lvl7pPr>
            <a:lvl8pPr marL="3520757" indent="0">
              <a:buNone/>
              <a:defRPr sz="1100"/>
            </a:lvl8pPr>
            <a:lvl9pPr marL="4023722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6E24-D75F-400B-B512-5A5D8B613572}" type="datetimeFigureOut">
              <a:rPr lang="en-US" smtClean="0"/>
              <a:t>8/9/2019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83282-9EAA-42AA-AE97-9BE4780E9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766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6E24-D75F-400B-B512-5A5D8B613572}" type="datetimeFigureOut">
              <a:rPr lang="en-US" smtClean="0"/>
              <a:t>8/9/2019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83282-9EAA-42AA-AE97-9BE4780E9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96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827619"/>
            <a:ext cx="2168843" cy="131734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827619"/>
            <a:ext cx="6380798" cy="131734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6E24-D75F-400B-B512-5A5D8B613572}" type="datetimeFigureOut">
              <a:rPr lang="en-US" smtClean="0"/>
              <a:t>8/9/2019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83282-9EAA-42AA-AE97-9BE4780E9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50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827622"/>
            <a:ext cx="8675370" cy="30046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4138085"/>
            <a:ext cx="8675370" cy="9863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14407732"/>
            <a:ext cx="226314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D66E24-D75F-400B-B512-5A5D8B613572}" type="datetimeFigureOut">
              <a:rPr lang="en-US" smtClean="0"/>
              <a:t>8/9/2019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14407732"/>
            <a:ext cx="339471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14407732"/>
            <a:ext cx="226314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83282-9EAA-42AA-AE97-9BE4780E9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365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93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83" indent="-251483" algn="l" defTabSz="100593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448" indent="-251483" algn="l" defTabSz="100593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413" indent="-251483" algn="l" defTabSz="100593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378" indent="-251483" algn="l" defTabSz="100593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344" indent="-251483" algn="l" defTabSz="100593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309" indent="-251483" algn="l" defTabSz="100593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9274" indent="-251483" algn="l" defTabSz="100593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2239" indent="-251483" algn="l" defTabSz="100593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5205" indent="-251483" algn="l" defTabSz="100593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93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65" algn="l" defTabSz="100593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930" algn="l" defTabSz="100593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896" algn="l" defTabSz="100593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861" algn="l" defTabSz="100593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826" algn="l" defTabSz="100593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792" algn="l" defTabSz="100593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757" algn="l" defTabSz="100593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722" algn="l" defTabSz="100593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3186559-811B-4A5D-8F3C-DB93DE6A4004}"/>
              </a:ext>
            </a:extLst>
          </p:cNvPr>
          <p:cNvSpPr/>
          <p:nvPr/>
        </p:nvSpPr>
        <p:spPr>
          <a:xfrm>
            <a:off x="-28172" y="14924268"/>
            <a:ext cx="10058400" cy="653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78E693-DED6-4FAC-9E60-9B33E44B2FD1}"/>
              </a:ext>
            </a:extLst>
          </p:cNvPr>
          <p:cNvSpPr txBox="1"/>
          <p:nvPr/>
        </p:nvSpPr>
        <p:spPr>
          <a:xfrm>
            <a:off x="2996981" y="7169729"/>
            <a:ext cx="5110695" cy="772519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C00000"/>
                </a:solidFill>
              </a:rPr>
              <a:t>WORKSHOPS</a:t>
            </a:r>
          </a:p>
          <a:p>
            <a:r>
              <a:rPr lang="en-US" sz="2200" b="1" dirty="0">
                <a:solidFill>
                  <a:srgbClr val="C00000"/>
                </a:solidFill>
              </a:rPr>
              <a:t>Presentations by Sandia, LANL, and CIA representatives on the many career paths in national security and intelligence fields.   </a:t>
            </a:r>
            <a:r>
              <a:rPr lang="en-US" sz="2200" b="1" u="sng" dirty="0">
                <a:solidFill>
                  <a:srgbClr val="C00000"/>
                </a:solidFill>
              </a:rPr>
              <a:t> </a:t>
            </a:r>
          </a:p>
          <a:p>
            <a:pPr marL="407988" indent="-407988"/>
            <a:endParaRPr lang="en-US" sz="2200" b="1" dirty="0">
              <a:solidFill>
                <a:srgbClr val="C00000"/>
              </a:solidFill>
            </a:endParaRPr>
          </a:p>
          <a:p>
            <a:pPr marL="407988" indent="-407988"/>
            <a:endParaRPr lang="en-US" sz="2200" b="1" dirty="0">
              <a:solidFill>
                <a:srgbClr val="C00000"/>
              </a:solidFill>
            </a:endParaRPr>
          </a:p>
          <a:p>
            <a:pPr marL="407988" indent="-407988"/>
            <a:endParaRPr lang="en-US" sz="2200" b="1" dirty="0">
              <a:solidFill>
                <a:srgbClr val="C00000"/>
              </a:solidFill>
            </a:endParaRPr>
          </a:p>
          <a:p>
            <a:pPr marL="407988" indent="-407988"/>
            <a:endParaRPr lang="en-US" sz="2200" b="1" dirty="0">
              <a:solidFill>
                <a:srgbClr val="C00000"/>
              </a:solidFill>
            </a:endParaRPr>
          </a:p>
          <a:p>
            <a:pPr marL="407988" indent="-407988"/>
            <a:endParaRPr lang="en-US" sz="2200" b="1" dirty="0">
              <a:solidFill>
                <a:srgbClr val="C00000"/>
              </a:solidFill>
            </a:endParaRPr>
          </a:p>
          <a:p>
            <a:pPr marL="407988" indent="-407988"/>
            <a:endParaRPr lang="en-US" sz="2200" b="1" dirty="0">
              <a:solidFill>
                <a:srgbClr val="C00000"/>
              </a:solidFill>
            </a:endParaRPr>
          </a:p>
          <a:p>
            <a:pPr marL="407988" indent="-407988"/>
            <a:endParaRPr lang="en-US" sz="2200" b="1" dirty="0">
              <a:solidFill>
                <a:srgbClr val="C00000"/>
              </a:solidFill>
            </a:endParaRPr>
          </a:p>
          <a:p>
            <a:pPr marL="407988" indent="-407988"/>
            <a:endParaRPr lang="en-US" sz="2200" b="1" dirty="0">
              <a:solidFill>
                <a:srgbClr val="C00000"/>
              </a:solidFill>
            </a:endParaRPr>
          </a:p>
          <a:p>
            <a:pPr marL="407988" indent="-407988"/>
            <a:endParaRPr lang="en-US" sz="2200" b="1" dirty="0">
              <a:solidFill>
                <a:srgbClr val="C00000"/>
              </a:solidFill>
            </a:endParaRPr>
          </a:p>
          <a:p>
            <a:pPr marL="407988" indent="-407988"/>
            <a:endParaRPr lang="en-US" sz="2200" b="1" dirty="0">
              <a:solidFill>
                <a:srgbClr val="C00000"/>
              </a:solidFill>
            </a:endParaRPr>
          </a:p>
          <a:p>
            <a:pPr marL="407988" indent="-407988"/>
            <a:endParaRPr lang="en-US" sz="2200" b="1" dirty="0">
              <a:solidFill>
                <a:srgbClr val="C00000"/>
              </a:solidFill>
            </a:endParaRPr>
          </a:p>
          <a:p>
            <a:pPr algn="ctr"/>
            <a:endParaRPr lang="en-US" sz="1200" b="1" dirty="0">
              <a:solidFill>
                <a:srgbClr val="C00000"/>
              </a:solidFill>
            </a:endParaRPr>
          </a:p>
          <a:p>
            <a:pPr algn="ctr"/>
            <a:r>
              <a:rPr lang="en-US" sz="2200" b="1" dirty="0">
                <a:solidFill>
                  <a:srgbClr val="C00000"/>
                </a:solidFill>
              </a:rPr>
              <a:t>POSTER SESSION </a:t>
            </a:r>
          </a:p>
          <a:p>
            <a:r>
              <a:rPr lang="en-US" sz="2200" b="1" dirty="0">
                <a:solidFill>
                  <a:srgbClr val="C00000"/>
                </a:solidFill>
              </a:rPr>
              <a:t>4:30 PM Atrium Poster Session – over 40 posters of summer research by NM students in the National Security and Critical Technology Study Programs.  Congresswoman Deb Haaland will visit with students and view posters.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C0D033-AB08-437B-93A4-B0D688C76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4" y="1555444"/>
            <a:ext cx="10058400" cy="474808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A534298-760E-4C5B-8FBB-385D75D531C6}"/>
              </a:ext>
            </a:extLst>
          </p:cNvPr>
          <p:cNvSpPr/>
          <p:nvPr/>
        </p:nvSpPr>
        <p:spPr>
          <a:xfrm>
            <a:off x="-3928" y="1186840"/>
            <a:ext cx="9979568" cy="512460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3501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gency FB" panose="020B0503020202020204" pitchFamily="34" charset="0"/>
              </a:rPr>
              <a:t> </a:t>
            </a:r>
            <a:r>
              <a:rPr lang="en-US" sz="9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gency FB" panose="020B0503020202020204" pitchFamily="34" charset="0"/>
              </a:rPr>
              <a:t>Career Workshop &amp; Summer Research Poster Session</a:t>
            </a:r>
            <a:endParaRPr lang="en-US" sz="1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B15245-F2D5-4E3F-AE7B-4CFFDA1FB063}"/>
              </a:ext>
            </a:extLst>
          </p:cNvPr>
          <p:cNvSpPr txBox="1"/>
          <p:nvPr/>
        </p:nvSpPr>
        <p:spPr>
          <a:xfrm>
            <a:off x="8093413" y="7169729"/>
            <a:ext cx="1964985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Study Program (CTSP) is for: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in any major, especially undergraduates in STEM, business and  social sciences.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Interested in getting prepared for a great career in NM, nationally, or worldwide?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about CTSP and how to participate in CTSP and NSSP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 and projects.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8666BB-AB4E-4BA4-B247-A02CB2C16872}"/>
              </a:ext>
            </a:extLst>
          </p:cNvPr>
          <p:cNvSpPr txBox="1"/>
          <p:nvPr/>
        </p:nvSpPr>
        <p:spPr>
          <a:xfrm>
            <a:off x="2509736" y="73561"/>
            <a:ext cx="75486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National Security and Critical </a:t>
            </a:r>
          </a:p>
          <a:p>
            <a:r>
              <a:rPr lang="en-US" sz="4400" b="1" dirty="0"/>
              <a:t>Technology Study Programs*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E06445-EA51-4D72-9F18-4D2B78FC1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243" y="141703"/>
            <a:ext cx="2115493" cy="14051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E3E4D0-334D-49DD-98EA-997CB4D2E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8172" y="7126448"/>
            <a:ext cx="3010813" cy="43815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BCCEDEF-C458-467C-97A9-71FD085EB87B}"/>
              </a:ext>
            </a:extLst>
          </p:cNvPr>
          <p:cNvSpPr/>
          <p:nvPr/>
        </p:nvSpPr>
        <p:spPr>
          <a:xfrm>
            <a:off x="1" y="14989585"/>
            <a:ext cx="10058399" cy="65172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Workshop and Poster events are open to all UNM students and faculty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70B042-4C88-4760-A840-4698DFF84FB4}"/>
              </a:ext>
            </a:extLst>
          </p:cNvPr>
          <p:cNvSpPr txBox="1"/>
          <p:nvPr/>
        </p:nvSpPr>
        <p:spPr>
          <a:xfrm>
            <a:off x="-28172" y="11507948"/>
            <a:ext cx="2982286" cy="19389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6 PM Talk and Q&amp;A with NM District 1 Congresswoman Deb Haaland in Atrium of UNM SUB.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91D227-44D6-4F5F-BBAA-82445158CB8C}"/>
              </a:ext>
            </a:extLst>
          </p:cNvPr>
          <p:cNvSpPr txBox="1"/>
          <p:nvPr/>
        </p:nvSpPr>
        <p:spPr>
          <a:xfrm>
            <a:off x="92740" y="13512257"/>
            <a:ext cx="28756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*NSSP and CTSP are programs in the UNM Global and National Security Policy Institute (GNSPI).</a:t>
            </a:r>
          </a:p>
          <a:p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C49DA7-B997-4A77-BB90-A24DDB6AC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725652"/>
              </p:ext>
            </p:extLst>
          </p:nvPr>
        </p:nvGraphicFramePr>
        <p:xfrm>
          <a:off x="3065616" y="8624799"/>
          <a:ext cx="4988886" cy="3601404"/>
        </p:xfrm>
        <a:graphic>
          <a:graphicData uri="http://schemas.openxmlformats.org/drawingml/2006/table">
            <a:tbl>
              <a:tblPr firstRow="1" firstCol="1" bandRow="1"/>
              <a:tblGrid>
                <a:gridCol w="1036118">
                  <a:extLst>
                    <a:ext uri="{9D8B030D-6E8A-4147-A177-3AD203B41FA5}">
                      <a16:colId xmlns:a16="http://schemas.microsoft.com/office/drawing/2014/main" val="509037231"/>
                    </a:ext>
                  </a:extLst>
                </a:gridCol>
                <a:gridCol w="1248479">
                  <a:extLst>
                    <a:ext uri="{9D8B030D-6E8A-4147-A177-3AD203B41FA5}">
                      <a16:colId xmlns:a16="http://schemas.microsoft.com/office/drawing/2014/main" val="3748874946"/>
                    </a:ext>
                  </a:extLst>
                </a:gridCol>
                <a:gridCol w="1400783">
                  <a:extLst>
                    <a:ext uri="{9D8B030D-6E8A-4147-A177-3AD203B41FA5}">
                      <a16:colId xmlns:a16="http://schemas.microsoft.com/office/drawing/2014/main" val="508178400"/>
                    </a:ext>
                  </a:extLst>
                </a:gridCol>
                <a:gridCol w="1303506">
                  <a:extLst>
                    <a:ext uri="{9D8B030D-6E8A-4147-A177-3AD203B41FA5}">
                      <a16:colId xmlns:a16="http://schemas.microsoft.com/office/drawing/2014/main" val="3574217665"/>
                    </a:ext>
                  </a:extLst>
                </a:gridCol>
              </a:tblGrid>
              <a:tr h="5481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Sandia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Rm: Fiesta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LANL 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Rm: Isleta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CIA     Rm: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Luminaria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9649960"/>
                  </a:ext>
                </a:extLst>
              </a:tr>
              <a:tr h="2678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1:00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201032"/>
                  </a:ext>
                </a:extLst>
              </a:tr>
              <a:tr h="2678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1:45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1999135"/>
                  </a:ext>
                </a:extLst>
              </a:tr>
              <a:tr h="2678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2:30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1084989"/>
                  </a:ext>
                </a:extLst>
              </a:tr>
              <a:tr h="548110">
                <a:tc>
                  <a:txBody>
                    <a:bodyPr/>
                    <a:lstStyle/>
                    <a:p>
                      <a:pPr marL="0" marR="0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3:15</a:t>
                      </a:r>
                    </a:p>
                    <a:p>
                      <a:pPr marL="0" marR="0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(joint)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Career preparation, planning and advice,  Rm: Fiesta A&amp;B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159031"/>
                  </a:ext>
                </a:extLst>
              </a:tr>
              <a:tr h="548110">
                <a:tc gridSpan="4">
                  <a:txBody>
                    <a:bodyPr/>
                    <a:lstStyle/>
                    <a:p>
                      <a:pPr marL="0" marR="0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– Tech and Work opportunities</a:t>
                      </a:r>
                    </a:p>
                    <a:p>
                      <a:pPr marL="0" marR="0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 – Internships and Applying Tips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283075"/>
                  </a:ext>
                </a:extLst>
              </a:tr>
              <a:tr h="267855">
                <a:tc gridSpan="4">
                  <a:txBody>
                    <a:bodyPr/>
                    <a:lstStyle/>
                    <a:p>
                      <a:pPr marL="0" marR="0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Students should  rotate to different sessions depending on their interests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02684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4F726A89-3696-45CC-95EF-11674168E7EF}"/>
              </a:ext>
            </a:extLst>
          </p:cNvPr>
          <p:cNvSpPr txBox="1"/>
          <p:nvPr/>
        </p:nvSpPr>
        <p:spPr>
          <a:xfrm>
            <a:off x="-43344" y="6330236"/>
            <a:ext cx="10125988" cy="8309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+mj-lt"/>
                <a:cs typeface="Angsana New" panose="020B0502040204020203" pitchFamily="18" charset="-34"/>
              </a:rPr>
              <a:t>AUGUST 27 in the SUB</a:t>
            </a:r>
            <a:endParaRPr lang="en-US" sz="4601" b="1" dirty="0">
              <a:latin typeface="+mj-lt"/>
              <a:cs typeface="Angsana New" panose="020B0502040204020203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106901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1832</TotalTime>
  <Words>251</Words>
  <Application>Microsoft Office PowerPoint</Application>
  <PresentationFormat>Custom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Agency FB</vt:lpstr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Charles Reuben</dc:creator>
  <cp:lastModifiedBy>frank Gilfeather</cp:lastModifiedBy>
  <cp:revision>84</cp:revision>
  <cp:lastPrinted>2019-08-09T15:25:43Z</cp:lastPrinted>
  <dcterms:created xsi:type="dcterms:W3CDTF">2019-02-07T16:02:14Z</dcterms:created>
  <dcterms:modified xsi:type="dcterms:W3CDTF">2019-08-09T16:37:52Z</dcterms:modified>
</cp:coreProperties>
</file>